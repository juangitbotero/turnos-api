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843534"/>
            <a:ext cx="859993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45" b="1" dirty="0">
                <a:solidFill>
                  <a:srgbClr val="14141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Turnos — editable templates</a:t>
            </a:r>
            <a:endParaRPr lang="en-US" sz="3645" dirty="0"/>
          </a:p>
        </p:txBody>
      </p:sp>
      <p:sp>
        <p:nvSpPr>
          <p:cNvPr id="3" name="Text 1"/>
          <p:cNvSpPr/>
          <p:nvPr/>
        </p:nvSpPr>
        <p:spPr>
          <a:xfrm>
            <a:off x="843534" y="1872234"/>
            <a:ext cx="8599932" cy="11338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37" b="1" dirty="0">
                <a:solidFill>
                  <a:srgbClr val="6A79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STORY 9:16  ·  1080×1920px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FONTS — upload these to Canva (Brand Kit) for an exact match.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All three are SIL OFL, and copies live in scripts/ad-campaign/fonts/.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Headline    Outfit Bold
  Supporting  Outfit Regular
  Kicker      Geist Mono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If you cannot upload fonts, substitute in this order: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Outfit    → Poppins → Figtree → Montserrat
  Geist Mono → Roboto Mono → IBM Plex Mono → Space Mono
</a:t>
            </a:r>
            <a:pPr indent="0" marL="0">
              <a:lnSpc>
                <a:spcPct val="125000"/>
              </a:lnSpc>
              <a:buNone/>
            </a:pPr>
            <a:r>
              <a:rPr lang="en-US" sz="1337" b="1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PALETTE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#14141F ink     #FAFDFF paper   #EEF0FF tint
  #6A79FF accent  #D9D9D9 grey
</a:t>
            </a:r>
            <a:pPr indent="0" marL="0">
              <a:lnSpc>
                <a:spcPct val="125000"/>
              </a:lnSpc>
              <a:buNone/>
            </a:pPr>
            <a:r>
              <a:rPr lang="en-US" sz="1337" b="1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RULES THAT MATTER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· ONE accent element per frame — the mark and the CTA. No more.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· Never re-type the wordmark. It is ITC Bauhaus, licensed.
    Keep the placed logo image; do not substitute Bauhaus 93.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· No emoji in campaign work. Use the graphics library.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· Keep the group centred between kicker and hairline.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· No claim the product cannot back — see docs/brand/COPY_BANK.md
    for 24 approved headlines and the rejected ones.
</a:t>
            </a:r>
            <a:endParaRPr lang="en-US" sz="133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779755"/>
            <a:ext cx="859993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6" spc="227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LISBON · BETA</a:t>
            </a:r>
            <a:endParaRPr lang="en-US" sz="1256" dirty="0"/>
          </a:p>
        </p:txBody>
      </p:sp>
      <p:sp>
        <p:nvSpPr>
          <p:cNvPr id="3" name="Text 1"/>
          <p:cNvSpPr/>
          <p:nvPr/>
        </p:nvSpPr>
        <p:spPr>
          <a:xfrm>
            <a:off x="843534" y="12934615"/>
            <a:ext cx="8599932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5670" b="1" dirty="0">
                <a:solidFill>
                  <a:srgbClr val="FAFD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headline goes here, two or three lines.</a:t>
            </a:r>
            <a:endParaRPr lang="en-US" sz="5670" dirty="0"/>
          </a:p>
        </p:txBody>
      </p:sp>
      <p:sp>
        <p:nvSpPr>
          <p:cNvPr id="4" name="Text 2"/>
          <p:cNvSpPr/>
          <p:nvPr/>
        </p:nvSpPr>
        <p:spPr>
          <a:xfrm>
            <a:off x="843534" y="14541856"/>
            <a:ext cx="9052560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11" dirty="0">
                <a:solidFill>
                  <a:srgbClr val="B0B2B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supporting line, quieter than the headline.</a:t>
            </a:r>
            <a:endParaRPr lang="en-US" sz="2511" dirty="0"/>
          </a:p>
        </p:txBody>
      </p:sp>
      <p:sp>
        <p:nvSpPr>
          <p:cNvPr id="5" name="Shape 3"/>
          <p:cNvSpPr/>
          <p:nvPr/>
        </p:nvSpPr>
        <p:spPr>
          <a:xfrm>
            <a:off x="843534" y="16568166"/>
            <a:ext cx="8599932" cy="0"/>
          </a:xfrm>
          <a:prstGeom prst="line">
            <a:avLst/>
          </a:prstGeom>
          <a:noFill/>
          <a:ln w="12700">
            <a:solidFill>
              <a:srgbClr val="3435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16774382"/>
            <a:ext cx="1800225" cy="5400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6021" y="16751713"/>
            <a:ext cx="2417445" cy="509207"/>
          </a:xfrm>
          <a:prstGeom prst="roundRect">
            <a:avLst>
              <a:gd name="adj" fmla="val 50000"/>
            </a:avLst>
          </a:prstGeom>
          <a:solidFill>
            <a:srgbClr val="6A79FF"/>
          </a:solidFill>
          <a:ln w="12700">
            <a:solidFill>
              <a:srgbClr val="6A7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6021" y="16751713"/>
            <a:ext cx="241744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8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early access</a:t>
            </a:r>
            <a:endParaRPr lang="en-US" sz="1418" dirty="0"/>
          </a:p>
        </p:txBody>
      </p:sp>
      <p:sp>
        <p:nvSpPr>
          <p:cNvPr id="9" name="Shape 6"/>
          <p:cNvSpPr/>
          <p:nvPr/>
        </p:nvSpPr>
        <p:spPr>
          <a:xfrm>
            <a:off x="5945886" y="2831783"/>
            <a:ext cx="3497580" cy="3497580"/>
          </a:xfrm>
          <a:prstGeom prst="rect">
            <a:avLst/>
          </a:prstGeom>
          <a:solidFill>
            <a:srgbClr val="14141F"/>
          </a:solidFill>
          <a:ln w="15875">
            <a:solidFill>
              <a:srgbClr val="434C9A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945886" y="2831783"/>
            <a:ext cx="3497580" cy="3497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6" spc="100" kern="0" dirty="0">
                <a:solidFill>
                  <a:srgbClr val="7C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SIGNAL MARK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7C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dot · radar · field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7C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(PNG on-dark/on-light)</a:t>
            </a:r>
            <a:endParaRPr lang="en-US" sz="129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779755"/>
            <a:ext cx="859993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6" spc="227" kern="0" dirty="0">
                <a:solidFill>
                  <a:srgbClr val="7B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LISBON · BETA</a:t>
            </a:r>
            <a:endParaRPr lang="en-US" sz="1256" dirty="0"/>
          </a:p>
        </p:txBody>
      </p:sp>
      <p:sp>
        <p:nvSpPr>
          <p:cNvPr id="3" name="Text 1"/>
          <p:cNvSpPr/>
          <p:nvPr/>
        </p:nvSpPr>
        <p:spPr>
          <a:xfrm>
            <a:off x="843534" y="12934615"/>
            <a:ext cx="8599932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5670" b="1" dirty="0">
                <a:solidFill>
                  <a:srgbClr val="14141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headline goes here, two or three lines.</a:t>
            </a:r>
            <a:endParaRPr lang="en-US" sz="5670" dirty="0"/>
          </a:p>
        </p:txBody>
      </p:sp>
      <p:sp>
        <p:nvSpPr>
          <p:cNvPr id="4" name="Text 2"/>
          <p:cNvSpPr/>
          <p:nvPr/>
        </p:nvSpPr>
        <p:spPr>
          <a:xfrm>
            <a:off x="843534" y="14541856"/>
            <a:ext cx="9052560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11" dirty="0">
                <a:solidFill>
                  <a:srgbClr val="5E5F6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supporting line, quieter than the headline.</a:t>
            </a:r>
            <a:endParaRPr lang="en-US" sz="2511" dirty="0"/>
          </a:p>
        </p:txBody>
      </p:sp>
      <p:sp>
        <p:nvSpPr>
          <p:cNvPr id="5" name="Shape 3"/>
          <p:cNvSpPr/>
          <p:nvPr/>
        </p:nvSpPr>
        <p:spPr>
          <a:xfrm>
            <a:off x="843534" y="16568166"/>
            <a:ext cx="8599932" cy="0"/>
          </a:xfrm>
          <a:prstGeom prst="line">
            <a:avLst/>
          </a:prstGeom>
          <a:noFill/>
          <a:ln w="12700">
            <a:solidFill>
              <a:srgbClr val="DADC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16774382"/>
            <a:ext cx="1800225" cy="5400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6021" y="16751713"/>
            <a:ext cx="2417445" cy="509207"/>
          </a:xfrm>
          <a:prstGeom prst="roundRect">
            <a:avLst>
              <a:gd name="adj" fmla="val 50000"/>
            </a:avLst>
          </a:prstGeom>
          <a:solidFill>
            <a:srgbClr val="6A79FF"/>
          </a:solidFill>
          <a:ln w="12700">
            <a:solidFill>
              <a:srgbClr val="6A7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6021" y="16751713"/>
            <a:ext cx="241744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8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early access</a:t>
            </a:r>
            <a:endParaRPr lang="en-US" sz="1418" dirty="0"/>
          </a:p>
        </p:txBody>
      </p:sp>
      <p:sp>
        <p:nvSpPr>
          <p:cNvPr id="9" name="Shape 6"/>
          <p:cNvSpPr/>
          <p:nvPr/>
        </p:nvSpPr>
        <p:spPr>
          <a:xfrm>
            <a:off x="5945886" y="2831783"/>
            <a:ext cx="3497580" cy="3497580"/>
          </a:xfrm>
          <a:prstGeom prst="rect">
            <a:avLst/>
          </a:prstGeom>
          <a:solidFill>
            <a:srgbClr val="FAFDFF"/>
          </a:solidFill>
          <a:ln w="15875">
            <a:solidFill>
              <a:srgbClr val="ABB4F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945886" y="2831783"/>
            <a:ext cx="3497580" cy="3497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6" spc="100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SIGNAL MARK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dot · radar · field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(PNG on-dark/on-light)</a:t>
            </a:r>
            <a:endParaRPr lang="en-US" sz="129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779755"/>
            <a:ext cx="859993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6" spc="227" kern="0" dirty="0">
                <a:solidFill>
                  <a:srgbClr val="7677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YOUR KICKER HERE</a:t>
            </a:r>
            <a:endParaRPr lang="en-US" sz="1256" dirty="0"/>
          </a:p>
        </p:txBody>
      </p:sp>
      <p:sp>
        <p:nvSpPr>
          <p:cNvPr id="3" name="Text 1"/>
          <p:cNvSpPr/>
          <p:nvPr/>
        </p:nvSpPr>
        <p:spPr>
          <a:xfrm>
            <a:off x="843534" y="12934615"/>
            <a:ext cx="8599932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5670" b="1" dirty="0">
                <a:solidFill>
                  <a:srgbClr val="14141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headline goes here.</a:t>
            </a:r>
            <a:endParaRPr lang="en-US" sz="5670" dirty="0"/>
          </a:p>
        </p:txBody>
      </p:sp>
      <p:sp>
        <p:nvSpPr>
          <p:cNvPr id="4" name="Text 2"/>
          <p:cNvSpPr/>
          <p:nvPr/>
        </p:nvSpPr>
        <p:spPr>
          <a:xfrm>
            <a:off x="843534" y="14541856"/>
            <a:ext cx="9052560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11" dirty="0">
                <a:solidFill>
                  <a:srgbClr val="5A5A6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supporting line, quieter than the headline.</a:t>
            </a:r>
            <a:endParaRPr lang="en-US" sz="2511" dirty="0"/>
          </a:p>
        </p:txBody>
      </p:sp>
      <p:sp>
        <p:nvSpPr>
          <p:cNvPr id="5" name="Shape 3"/>
          <p:cNvSpPr/>
          <p:nvPr/>
        </p:nvSpPr>
        <p:spPr>
          <a:xfrm>
            <a:off x="843534" y="16568166"/>
            <a:ext cx="8599932" cy="0"/>
          </a:xfrm>
          <a:prstGeom prst="line">
            <a:avLst/>
          </a:prstGeom>
          <a:noFill/>
          <a:ln w="12700">
            <a:solidFill>
              <a:srgbClr val="CFD1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16774382"/>
            <a:ext cx="1800225" cy="5400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6021" y="16751713"/>
            <a:ext cx="2417445" cy="509207"/>
          </a:xfrm>
          <a:prstGeom prst="roundRect">
            <a:avLst>
              <a:gd name="adj" fmla="val 50000"/>
            </a:avLst>
          </a:prstGeom>
          <a:solidFill>
            <a:srgbClr val="6A79FF"/>
          </a:solidFill>
          <a:ln w="12700">
            <a:solidFill>
              <a:srgbClr val="6A7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6021" y="16751713"/>
            <a:ext cx="241744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8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early access</a:t>
            </a:r>
            <a:endParaRPr lang="en-US" sz="1418" dirty="0"/>
          </a:p>
        </p:txBody>
      </p:sp>
      <p:sp>
        <p:nvSpPr>
          <p:cNvPr id="9" name="Shape 6"/>
          <p:cNvSpPr/>
          <p:nvPr/>
        </p:nvSpPr>
        <p:spPr>
          <a:xfrm>
            <a:off x="843534" y="9076990"/>
            <a:ext cx="3086100" cy="3086100"/>
          </a:xfrm>
          <a:prstGeom prst="rect">
            <a:avLst/>
          </a:prstGeom>
          <a:solidFill>
            <a:srgbClr val="EEF0FF"/>
          </a:solidFill>
          <a:ln w="15875">
            <a:solidFill>
              <a:srgbClr val="A5AFF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843534" y="9076990"/>
            <a:ext cx="30861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6" spc="100" kern="0" dirty="0">
                <a:solidFill>
                  <a:srgbClr val="8C8D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LINE ICON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8C8D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cup · pin · coin · star …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8C8D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(SVG preferred)</a:t>
            </a:r>
            <a:endParaRPr lang="en-US" sz="12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779755"/>
            <a:ext cx="859993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6" spc="227" kern="0" dirty="0">
                <a:solidFill>
                  <a:srgbClr val="7B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YOUR KICKER HERE</a:t>
            </a:r>
            <a:endParaRPr lang="en-US" sz="1256" dirty="0"/>
          </a:p>
        </p:txBody>
      </p:sp>
      <p:sp>
        <p:nvSpPr>
          <p:cNvPr id="3" name="Text 1"/>
          <p:cNvSpPr/>
          <p:nvPr/>
        </p:nvSpPr>
        <p:spPr>
          <a:xfrm>
            <a:off x="843534" y="12934615"/>
            <a:ext cx="8599932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5670" b="1" dirty="0">
                <a:solidFill>
                  <a:srgbClr val="14141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headline goes here.</a:t>
            </a:r>
            <a:endParaRPr lang="en-US" sz="5670" dirty="0"/>
          </a:p>
        </p:txBody>
      </p:sp>
      <p:sp>
        <p:nvSpPr>
          <p:cNvPr id="4" name="Text 2"/>
          <p:cNvSpPr/>
          <p:nvPr/>
        </p:nvSpPr>
        <p:spPr>
          <a:xfrm>
            <a:off x="843534" y="14541856"/>
            <a:ext cx="9052560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11" dirty="0">
                <a:solidFill>
                  <a:srgbClr val="5E5F6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supporting line, quieter than the headline.</a:t>
            </a:r>
            <a:endParaRPr lang="en-US" sz="2511" dirty="0"/>
          </a:p>
        </p:txBody>
      </p:sp>
      <p:sp>
        <p:nvSpPr>
          <p:cNvPr id="5" name="Shape 3"/>
          <p:cNvSpPr/>
          <p:nvPr/>
        </p:nvSpPr>
        <p:spPr>
          <a:xfrm>
            <a:off x="843534" y="16568166"/>
            <a:ext cx="8599932" cy="0"/>
          </a:xfrm>
          <a:prstGeom prst="line">
            <a:avLst/>
          </a:prstGeom>
          <a:noFill/>
          <a:ln w="12700">
            <a:solidFill>
              <a:srgbClr val="DADC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16774382"/>
            <a:ext cx="1800225" cy="5400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6021" y="16751713"/>
            <a:ext cx="2417445" cy="509207"/>
          </a:xfrm>
          <a:prstGeom prst="roundRect">
            <a:avLst>
              <a:gd name="adj" fmla="val 50000"/>
            </a:avLst>
          </a:prstGeom>
          <a:solidFill>
            <a:srgbClr val="6A79FF"/>
          </a:solidFill>
          <a:ln w="12700">
            <a:solidFill>
              <a:srgbClr val="6A7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6021" y="16751713"/>
            <a:ext cx="241744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8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early access</a:t>
            </a:r>
            <a:endParaRPr lang="en-US" sz="1418" dirty="0"/>
          </a:p>
        </p:txBody>
      </p:sp>
      <p:sp>
        <p:nvSpPr>
          <p:cNvPr id="9" name="Shape 6"/>
          <p:cNvSpPr/>
          <p:nvPr/>
        </p:nvSpPr>
        <p:spPr>
          <a:xfrm>
            <a:off x="843534" y="9076990"/>
            <a:ext cx="3086100" cy="3086100"/>
          </a:xfrm>
          <a:prstGeom prst="rect">
            <a:avLst/>
          </a:prstGeom>
          <a:solidFill>
            <a:srgbClr val="FAFDFF"/>
          </a:solidFill>
          <a:ln w="15875">
            <a:solidFill>
              <a:srgbClr val="ABB4F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843534" y="9076990"/>
            <a:ext cx="30861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6" spc="100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LINE ICON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cup · pin · coin · star …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(SVG preferred)</a:t>
            </a:r>
            <a:endParaRPr lang="en-US" sz="129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779755"/>
            <a:ext cx="859993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6" spc="227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YOUR KICKER HERE</a:t>
            </a:r>
            <a:endParaRPr lang="en-US" sz="1256" dirty="0"/>
          </a:p>
        </p:txBody>
      </p:sp>
      <p:sp>
        <p:nvSpPr>
          <p:cNvPr id="3" name="Text 1"/>
          <p:cNvSpPr/>
          <p:nvPr/>
        </p:nvSpPr>
        <p:spPr>
          <a:xfrm>
            <a:off x="843534" y="12934615"/>
            <a:ext cx="8599932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5670" b="1" dirty="0">
                <a:solidFill>
                  <a:srgbClr val="FAFD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headline goes here.</a:t>
            </a:r>
            <a:endParaRPr lang="en-US" sz="5670" dirty="0"/>
          </a:p>
        </p:txBody>
      </p:sp>
      <p:sp>
        <p:nvSpPr>
          <p:cNvPr id="4" name="Text 2"/>
          <p:cNvSpPr/>
          <p:nvPr/>
        </p:nvSpPr>
        <p:spPr>
          <a:xfrm>
            <a:off x="843534" y="14541856"/>
            <a:ext cx="9052560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11" dirty="0">
                <a:solidFill>
                  <a:srgbClr val="B0B2B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supporting line, quieter than the headline.</a:t>
            </a:r>
            <a:endParaRPr lang="en-US" sz="2511" dirty="0"/>
          </a:p>
        </p:txBody>
      </p:sp>
      <p:sp>
        <p:nvSpPr>
          <p:cNvPr id="5" name="Shape 3"/>
          <p:cNvSpPr/>
          <p:nvPr/>
        </p:nvSpPr>
        <p:spPr>
          <a:xfrm>
            <a:off x="843534" y="16568166"/>
            <a:ext cx="8599932" cy="0"/>
          </a:xfrm>
          <a:prstGeom prst="line">
            <a:avLst/>
          </a:prstGeom>
          <a:noFill/>
          <a:ln w="12700">
            <a:solidFill>
              <a:srgbClr val="3435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16774382"/>
            <a:ext cx="1800225" cy="5400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6021" y="16751713"/>
            <a:ext cx="2417445" cy="509207"/>
          </a:xfrm>
          <a:prstGeom prst="roundRect">
            <a:avLst>
              <a:gd name="adj" fmla="val 50000"/>
            </a:avLst>
          </a:prstGeom>
          <a:solidFill>
            <a:srgbClr val="6A79FF"/>
          </a:solidFill>
          <a:ln w="12700">
            <a:solidFill>
              <a:srgbClr val="6A7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6021" y="16751713"/>
            <a:ext cx="241744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8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early access</a:t>
            </a:r>
            <a:endParaRPr lang="en-US" sz="1418" dirty="0"/>
          </a:p>
        </p:txBody>
      </p:sp>
      <p:sp>
        <p:nvSpPr>
          <p:cNvPr id="9" name="Shape 6"/>
          <p:cNvSpPr/>
          <p:nvPr/>
        </p:nvSpPr>
        <p:spPr>
          <a:xfrm>
            <a:off x="843534" y="9076990"/>
            <a:ext cx="3086100" cy="3086100"/>
          </a:xfrm>
          <a:prstGeom prst="rect">
            <a:avLst/>
          </a:prstGeom>
          <a:solidFill>
            <a:srgbClr val="14141F"/>
          </a:solidFill>
          <a:ln w="15875">
            <a:solidFill>
              <a:srgbClr val="434C9A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843534" y="9076990"/>
            <a:ext cx="30861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6" spc="100" kern="0" dirty="0">
                <a:solidFill>
                  <a:srgbClr val="7C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LINE ICON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7C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cup · pin · coin · star …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7C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(SVG preferred)</a:t>
            </a:r>
            <a:endParaRPr lang="en-US" sz="129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779755"/>
            <a:ext cx="859993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6" spc="227" kern="0" dirty="0">
                <a:solidFill>
                  <a:srgbClr val="7677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APP</a:t>
            </a:r>
            <a:endParaRPr lang="en-US" sz="1256" dirty="0"/>
          </a:p>
        </p:txBody>
      </p:sp>
      <p:sp>
        <p:nvSpPr>
          <p:cNvPr id="3" name="Text 1"/>
          <p:cNvSpPr/>
          <p:nvPr/>
        </p:nvSpPr>
        <p:spPr>
          <a:xfrm>
            <a:off x="843534" y="12934615"/>
            <a:ext cx="8599932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5670" b="1" dirty="0">
                <a:solidFill>
                  <a:srgbClr val="14141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headline goes here.</a:t>
            </a:r>
            <a:endParaRPr lang="en-US" sz="5670" dirty="0"/>
          </a:p>
        </p:txBody>
      </p:sp>
      <p:sp>
        <p:nvSpPr>
          <p:cNvPr id="4" name="Text 2"/>
          <p:cNvSpPr/>
          <p:nvPr/>
        </p:nvSpPr>
        <p:spPr>
          <a:xfrm>
            <a:off x="843534" y="14541856"/>
            <a:ext cx="9052560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11" dirty="0">
                <a:solidFill>
                  <a:srgbClr val="5A5A6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supporting line, quieter than the headline.</a:t>
            </a:r>
            <a:endParaRPr lang="en-US" sz="2511" dirty="0"/>
          </a:p>
        </p:txBody>
      </p:sp>
      <p:sp>
        <p:nvSpPr>
          <p:cNvPr id="5" name="Shape 3"/>
          <p:cNvSpPr/>
          <p:nvPr/>
        </p:nvSpPr>
        <p:spPr>
          <a:xfrm>
            <a:off x="843534" y="16568166"/>
            <a:ext cx="8599932" cy="0"/>
          </a:xfrm>
          <a:prstGeom prst="line">
            <a:avLst/>
          </a:prstGeom>
          <a:noFill/>
          <a:ln w="12700">
            <a:solidFill>
              <a:srgbClr val="CFD1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16774382"/>
            <a:ext cx="1800225" cy="5400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6021" y="16751713"/>
            <a:ext cx="2417445" cy="509207"/>
          </a:xfrm>
          <a:prstGeom prst="roundRect">
            <a:avLst>
              <a:gd name="adj" fmla="val 50000"/>
            </a:avLst>
          </a:prstGeom>
          <a:solidFill>
            <a:srgbClr val="6A79FF"/>
          </a:solidFill>
          <a:ln w="12700">
            <a:solidFill>
              <a:srgbClr val="6A7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6021" y="16751713"/>
            <a:ext cx="241744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8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early access</a:t>
            </a:r>
            <a:endParaRPr lang="en-US" sz="1418" dirty="0"/>
          </a:p>
        </p:txBody>
      </p:sp>
      <p:sp>
        <p:nvSpPr>
          <p:cNvPr id="9" name="Shape 6"/>
          <p:cNvSpPr/>
          <p:nvPr/>
        </p:nvSpPr>
        <p:spPr>
          <a:xfrm>
            <a:off x="3497580" y="1392174"/>
            <a:ext cx="3642238" cy="7891516"/>
          </a:xfrm>
          <a:prstGeom prst="roundRect">
            <a:avLst>
              <a:gd name="adj" fmla="val 11500"/>
            </a:avLst>
          </a:prstGeom>
          <a:solidFill>
            <a:srgbClr val="EEF0FF"/>
          </a:solidFill>
          <a:ln w="19050">
            <a:solidFill>
              <a:srgbClr val="1414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97580" y="1392174"/>
            <a:ext cx="3642238" cy="7891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5" spc="80" kern="0" dirty="0">
                <a:solidFill>
                  <a:srgbClr val="9294A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DROP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9294A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SCREENSHOT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9294A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HERE</a:t>
            </a:r>
            <a:endParaRPr lang="en-US" sz="1215" dirty="0"/>
          </a:p>
          <a:p>
            <a:pPr algn="ctr" indent="0" marL="0">
              <a:buNone/>
            </a:pP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9294A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(send to back,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9294A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keep this frame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9294A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on top)</a:t>
            </a:r>
            <a:endParaRPr lang="en-US" sz="1215" dirty="0"/>
          </a:p>
        </p:txBody>
      </p:sp>
      <p:sp>
        <p:nvSpPr>
          <p:cNvPr id="11" name="Shape 8"/>
          <p:cNvSpPr/>
          <p:nvPr/>
        </p:nvSpPr>
        <p:spPr>
          <a:xfrm>
            <a:off x="590474" y="6284914"/>
            <a:ext cx="4526280" cy="135788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6A79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0474" y="6284914"/>
            <a:ext cx="452628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5" dirty="0">
                <a:solidFill>
                  <a:srgbClr val="8A8FA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MAGNIFIED DETAIL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dirty="0">
                <a:solidFill>
                  <a:srgbClr val="8A8FA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crop of the screenshot</a:t>
            </a:r>
            <a:endParaRPr lang="en-US" sz="1215" dirty="0"/>
          </a:p>
        </p:txBody>
      </p:sp>
      <p:sp>
        <p:nvSpPr>
          <p:cNvPr id="13" name="Shape 10"/>
          <p:cNvSpPr/>
          <p:nvPr/>
        </p:nvSpPr>
        <p:spPr>
          <a:xfrm>
            <a:off x="5116754" y="6963856"/>
            <a:ext cx="-1619174" cy="-2809651"/>
          </a:xfrm>
          <a:prstGeom prst="line">
            <a:avLst/>
          </a:prstGeom>
          <a:noFill/>
          <a:ln w="15875">
            <a:solidFill>
              <a:srgbClr val="6A79FF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779755"/>
            <a:ext cx="859993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6" spc="227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APP</a:t>
            </a:r>
            <a:endParaRPr lang="en-US" sz="1256" dirty="0"/>
          </a:p>
        </p:txBody>
      </p:sp>
      <p:sp>
        <p:nvSpPr>
          <p:cNvPr id="3" name="Text 1"/>
          <p:cNvSpPr/>
          <p:nvPr/>
        </p:nvSpPr>
        <p:spPr>
          <a:xfrm>
            <a:off x="843534" y="12934615"/>
            <a:ext cx="8599932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5670" b="1" dirty="0">
                <a:solidFill>
                  <a:srgbClr val="FAFD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headline goes here.</a:t>
            </a:r>
            <a:endParaRPr lang="en-US" sz="5670" dirty="0"/>
          </a:p>
        </p:txBody>
      </p:sp>
      <p:sp>
        <p:nvSpPr>
          <p:cNvPr id="4" name="Text 2"/>
          <p:cNvSpPr/>
          <p:nvPr/>
        </p:nvSpPr>
        <p:spPr>
          <a:xfrm>
            <a:off x="843534" y="14541856"/>
            <a:ext cx="9052560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11" dirty="0">
                <a:solidFill>
                  <a:srgbClr val="B0B2B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supporting line, quieter than the headline.</a:t>
            </a:r>
            <a:endParaRPr lang="en-US" sz="2511" dirty="0"/>
          </a:p>
        </p:txBody>
      </p:sp>
      <p:sp>
        <p:nvSpPr>
          <p:cNvPr id="5" name="Shape 3"/>
          <p:cNvSpPr/>
          <p:nvPr/>
        </p:nvSpPr>
        <p:spPr>
          <a:xfrm>
            <a:off x="843534" y="16568166"/>
            <a:ext cx="8599932" cy="0"/>
          </a:xfrm>
          <a:prstGeom prst="line">
            <a:avLst/>
          </a:prstGeom>
          <a:noFill/>
          <a:ln w="12700">
            <a:solidFill>
              <a:srgbClr val="3435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16774382"/>
            <a:ext cx="1800225" cy="5400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6021" y="16751713"/>
            <a:ext cx="2417445" cy="509207"/>
          </a:xfrm>
          <a:prstGeom prst="roundRect">
            <a:avLst>
              <a:gd name="adj" fmla="val 50000"/>
            </a:avLst>
          </a:prstGeom>
          <a:solidFill>
            <a:srgbClr val="6A79FF"/>
          </a:solidFill>
          <a:ln w="12700">
            <a:solidFill>
              <a:srgbClr val="6A7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6021" y="16751713"/>
            <a:ext cx="241744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8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early access</a:t>
            </a:r>
            <a:endParaRPr lang="en-US" sz="1418" dirty="0"/>
          </a:p>
        </p:txBody>
      </p:sp>
      <p:sp>
        <p:nvSpPr>
          <p:cNvPr id="9" name="Shape 6"/>
          <p:cNvSpPr/>
          <p:nvPr/>
        </p:nvSpPr>
        <p:spPr>
          <a:xfrm>
            <a:off x="3497580" y="1392174"/>
            <a:ext cx="3642238" cy="7891516"/>
          </a:xfrm>
          <a:prstGeom prst="roundRect">
            <a:avLst>
              <a:gd name="adj" fmla="val 11500"/>
            </a:avLst>
          </a:prstGeom>
          <a:solidFill>
            <a:srgbClr val="14141F"/>
          </a:solidFill>
          <a:ln w="19050">
            <a:solidFill>
              <a:srgbClr val="FAFD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97580" y="1392174"/>
            <a:ext cx="3642238" cy="7891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5" spc="80" kern="0" dirty="0">
                <a:solidFill>
                  <a:srgbClr val="75767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DROP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75767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SCREENSHOT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75767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HERE</a:t>
            </a:r>
            <a:endParaRPr lang="en-US" sz="1215" dirty="0"/>
          </a:p>
          <a:p>
            <a:pPr algn="ctr" indent="0" marL="0">
              <a:buNone/>
            </a:pP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75767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(send to back,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75767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keep this frame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75767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on top)</a:t>
            </a:r>
            <a:endParaRPr lang="en-US" sz="1215" dirty="0"/>
          </a:p>
        </p:txBody>
      </p:sp>
      <p:sp>
        <p:nvSpPr>
          <p:cNvPr id="11" name="Shape 8"/>
          <p:cNvSpPr/>
          <p:nvPr/>
        </p:nvSpPr>
        <p:spPr>
          <a:xfrm>
            <a:off x="590474" y="6284914"/>
            <a:ext cx="4526280" cy="135788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6A79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0474" y="6284914"/>
            <a:ext cx="452628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5" dirty="0">
                <a:solidFill>
                  <a:srgbClr val="8A8FA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MAGNIFIED DETAIL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dirty="0">
                <a:solidFill>
                  <a:srgbClr val="8A8FA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crop of the screenshot</a:t>
            </a:r>
            <a:endParaRPr lang="en-US" sz="1215" dirty="0"/>
          </a:p>
        </p:txBody>
      </p:sp>
      <p:sp>
        <p:nvSpPr>
          <p:cNvPr id="13" name="Shape 10"/>
          <p:cNvSpPr/>
          <p:nvPr/>
        </p:nvSpPr>
        <p:spPr>
          <a:xfrm>
            <a:off x="5116754" y="6963856"/>
            <a:ext cx="-1619174" cy="-2809651"/>
          </a:xfrm>
          <a:prstGeom prst="line">
            <a:avLst/>
          </a:prstGeom>
          <a:noFill/>
          <a:ln w="15875">
            <a:solidFill>
              <a:srgbClr val="6A79FF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Turnos templates — STORY 9:16</dc:title>
  <dc:subject>PptxGenJS Presentation</dc:subject>
  <dc:creator>Turnos</dc:creator>
  <cp:lastModifiedBy>Turnos</cp:lastModifiedBy>
  <cp:revision>1</cp:revision>
  <dcterms:created xsi:type="dcterms:W3CDTF">2026-08-22T08:37:39Z</dcterms:created>
  <dcterms:modified xsi:type="dcterms:W3CDTF">2026-08-22T08:37:39Z</dcterms:modified>
</cp:coreProperties>
</file>